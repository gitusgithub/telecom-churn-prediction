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Telecom 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Turning Data into Loyalty</a:t>
            </a:r>
          </a:p>
          <a:p>
            <a:r>
              <a:t>Predictive Churn Analysis &amp; Retention Strategy</a:t>
            </a:r>
          </a:p>
          <a:p/>
          <a:p>
            <a:r>
              <a:t>Presented by: JOHN GITU</a:t>
            </a:r>
          </a:p>
          <a:p>
            <a:r>
              <a:t>Date: 05/01/2026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can predict 8 out of 10 customers who will leave</a:t>
            </a:r>
          </a:p>
          <a:p>
            <a:r>
              <a:t>and save $72,000–$96,000 annually.</a:t>
            </a:r>
          </a:p>
          <a:p/>
          <a:p>
            <a:r>
              <a:t>• 86% accuracy identifying at-risk customers</a:t>
            </a:r>
          </a:p>
          <a:p>
            <a:r>
              <a:t>• 4.4x improvement over random outreach</a:t>
            </a:r>
          </a:p>
          <a:p>
            <a:r>
              <a:t>• 30% churn reduction achievable in 6 months</a:t>
            </a:r>
          </a:p>
          <a:p>
            <a:r>
              <a:t>• Ready for immediate implementation</a:t>
            </a:r>
          </a:p>
          <a:p/>
          <a:p>
            <a:r>
              <a:t>Stop reacting to cancellations. Start preventing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14.5% churn rate (483 customers annually)</a:t>
            </a:r>
          </a:p>
          <a:p>
            <a:r>
              <a:t>$500 average cost per lost customer</a:t>
            </a:r>
          </a:p>
          <a:p>
            <a:r>
              <a:t>$241,500 annual revenue at risk</a:t>
            </a:r>
          </a:p>
          <a:p/>
          <a:p>
            <a:r>
              <a:t>Current: Cancel → Notice → React (Too Late)</a:t>
            </a:r>
          </a:p>
          <a:p>
            <a:r>
              <a:t>Desired: Predict → Prevent → Retain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Data-Driven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model using 3,333 customer records</a:t>
            </a:r>
          </a:p>
          <a:p>
            <a:r>
              <a:t>20+ factors: usage, plans, service history</a:t>
            </a:r>
          </a:p>
          <a:p>
            <a:r>
              <a:t>30–60 day early warning system</a:t>
            </a:r>
          </a:p>
          <a:p>
            <a:r>
              <a:t>Actionable churn risk scores</a:t>
            </a:r>
          </a:p>
          <a:p/>
          <a:p>
            <a:r>
              <a:t>Past Data → ML → Future Predictions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Churn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Service Issues:</a:t>
            </a:r>
          </a:p>
          <a:p>
            <a:r>
              <a:t>4+ calls = 5x higher churn risk</a:t>
            </a:r>
          </a:p>
          <a:p/>
          <a:p>
            <a:r>
              <a:t>International Plans:</a:t>
            </a:r>
          </a:p>
          <a:p>
            <a:r>
              <a:t>42% churn vs 11% domestic</a:t>
            </a:r>
          </a:p>
          <a:p/>
          <a:p>
            <a:r>
              <a:t>Usage Patterns:</a:t>
            </a:r>
          </a:p>
          <a:p>
            <a:r>
              <a:t>High daytime usage increases risk</a:t>
            </a:r>
          </a:p>
          <a:p/>
          <a:p>
            <a:r>
              <a:t>Voice mail users are 50% less likely to churn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 of 100 churners, we detect ~80 early</a:t>
            </a:r>
          </a:p>
          <a:p>
            <a:r>
              <a:t>Accuracy when flagging high-risk: 64%</a:t>
            </a:r>
          </a:p>
          <a:p/>
          <a:p>
            <a:r>
              <a:t>Current approach: 14 churners reached per 100</a:t>
            </a:r>
          </a:p>
          <a:p>
            <a:r>
              <a:t>Model approach: 64 churners reached per 100</a:t>
            </a:r>
          </a:p>
          <a:p>
            <a:r>
              <a:t>4.4x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Without model:</a:t>
            </a:r>
          </a:p>
          <a:p>
            <a:r>
              <a:t>• $241,500 lost revenue</a:t>
            </a:r>
          </a:p>
          <a:p/>
          <a:p>
            <a:r>
              <a:t>With model:</a:t>
            </a:r>
          </a:p>
          <a:p>
            <a:r>
              <a:t>• 30% churn reduction</a:t>
            </a:r>
          </a:p>
          <a:p>
            <a:r>
              <a:t>• $72,450 revenue saved</a:t>
            </a:r>
          </a:p>
          <a:p>
            <a:r>
              <a:t>• $18,225 retention cost</a:t>
            </a:r>
          </a:p>
          <a:p>
            <a:r>
              <a:t>• Net benefit: $54,225</a:t>
            </a:r>
          </a:p>
          <a:p>
            <a:r>
              <a:t>• ROI: 297%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30-Day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 1–2:</a:t>
            </a:r>
          </a:p>
          <a:p>
            <a:r>
              <a:t>• Top 50 high-risk customers</a:t>
            </a:r>
          </a:p>
          <a:p>
            <a:r>
              <a:t>• Calls + loyalty offers ($2,500)</a:t>
            </a:r>
          </a:p>
          <a:p/>
          <a:p>
            <a:r>
              <a:t>Weeks 3–4:</a:t>
            </a:r>
          </a:p>
          <a:p>
            <a:r>
              <a:t>• 150 medium-risk customers</a:t>
            </a:r>
          </a:p>
          <a:p>
            <a:r>
              <a:t>• Targeted emails ($1,500)</a:t>
            </a:r>
          </a:p>
          <a:p/>
          <a:p>
            <a:r>
              <a:t>Metrics: churn reduction, acceptance rate,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(Month 1–2): Pilot with 200 customers</a:t>
            </a:r>
          </a:p>
          <a:p>
            <a:r>
              <a:t>Phase 2 (Month 3–6): Full rollout &amp; CRM integration</a:t>
            </a:r>
          </a:p>
          <a:p>
            <a:r>
              <a:t>Phase 3 (Month 7+): Optimization &amp; automation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Need From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Budget: $4,000 pilot</a:t>
            </a:r>
          </a:p>
          <a:p>
            <a:r>
              <a:t>Time: 2–4 hrs/week (marketing lead)</a:t>
            </a:r>
          </a:p>
          <a:p>
            <a:r>
              <a:t>Systems: CRM access</a:t>
            </a:r>
          </a:p>
          <a:p/>
          <a:p>
            <a:r>
              <a:t>Decision today:</a:t>
            </a:r>
          </a:p>
          <a:p>
            <a:r>
              <a:t>Approve pilot, assign team, schedule kickoff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False positives → Tiered outreach</a:t>
            </a:r>
          </a:p>
          <a:p>
            <a:r>
              <a:t>Offer rejection → A/B testing</a:t>
            </a:r>
          </a:p>
          <a:p>
            <a:r>
              <a:t>Model drift → Quarterly retraining</a:t>
            </a:r>
          </a:p>
          <a:p>
            <a:r>
              <a:t>Team capacity → Automation &amp; prioritization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Jane (Intl plan, high service calls):</a:t>
            </a:r>
          </a:p>
          <a:p>
            <a:r>
              <a:t>• 87% risk</a:t>
            </a:r>
          </a:p>
          <a:p>
            <a:r>
              <a:t>• Discount offer</a:t>
            </a:r>
          </a:p>
          <a:p>
            <a:r>
              <a:t>• Retained, $450 saved</a:t>
            </a:r>
          </a:p>
          <a:p/>
          <a:p>
            <a:r>
              <a:t>Tech startup:</a:t>
            </a:r>
          </a:p>
          <a:p>
            <a:r>
              <a:t>• Usage spike</a:t>
            </a:r>
          </a:p>
          <a:p>
            <a:r>
              <a:t>• Business bundle</a:t>
            </a:r>
          </a:p>
          <a:p>
            <a:r>
              <a:t>• $1,200 added revenue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week: finalize list, prep offers</a:t>
            </a:r>
          </a:p>
          <a:p>
            <a:r>
              <a:t>Next week: outreach begins</a:t>
            </a:r>
          </a:p>
          <a:p>
            <a:r>
              <a:t>Month end: analyze results</a:t>
            </a:r>
          </a:p>
          <a:p/>
          <a:p>
            <a:r>
              <a:t>Decision points:</a:t>
            </a:r>
          </a:p>
          <a:p>
            <a:r>
              <a:t>Today, Week 4, Month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Proactive retention advantage</a:t>
            </a:r>
          </a:p>
          <a:p>
            <a:r>
              <a:t>Deeper customer insight</a:t>
            </a:r>
          </a:p>
          <a:p>
            <a:r>
              <a:t>Scalable, data-driven strategy</a:t>
            </a:r>
          </a:p>
          <a:p/>
          <a:p>
            <a:r>
              <a:t>Future:</a:t>
            </a:r>
          </a:p>
          <a:p>
            <a:r>
              <a:t>Predict churn → Predict upsell → Optimize lifetime value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Contact:</a:t>
            </a:r>
          </a:p>
          <a:p>
            <a:r>
              <a:t>JOHN GITU</a:t>
            </a:r>
          </a:p>
          <a:p>
            <a:r>
              <a:t>Email | Phone</a:t>
            </a:r>
          </a:p>
          <a:p/>
          <a:p>
            <a:r>
              <a:t>Next meeting: Pilot kickoff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 Random Forest</a:t>
            </a:r>
          </a:p>
          <a:p>
            <a:r>
              <a:t>Accuracy: 86%</a:t>
            </a:r>
          </a:p>
          <a:p>
            <a:r>
              <a:t>Training: 3,333 customers</a:t>
            </a:r>
          </a:p>
          <a:p>
            <a:r>
              <a:t>Validation: 667 unseen customers</a:t>
            </a:r>
          </a:p>
          <a:p/>
          <a:p>
            <a:r>
              <a:t>Data anonymized, GDPR/CCPA compliant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